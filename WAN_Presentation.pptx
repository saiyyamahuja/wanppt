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Wide Area Network 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 &amp; Technologies</a:t>
            </a:r>
          </a:p>
          <a:p>
            <a:r>
              <a:t>Router, Leased Line, ISDN, MPLS, SD-WAN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Wide Area Network connects computers over large distances.</a:t>
            </a:r>
          </a:p>
          <a:p>
            <a:r>
              <a:t>Example: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WAN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branches</a:t>
            </a:r>
          </a:p>
          <a:p>
            <a:r>
              <a:t>Share data</a:t>
            </a:r>
          </a:p>
          <a:p>
            <a:r>
              <a:t>Enable remote access</a:t>
            </a:r>
          </a:p>
          <a:p>
            <a:r>
              <a:t>Centralized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 vs 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LAN: Small area, high speed</a:t>
            </a:r>
          </a:p>
          <a:p>
            <a:r>
              <a:t>WAN: Large area, lower speed, ISP based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 → Router → ISP → WAN → Router → 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 Devices -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networks</a:t>
            </a:r>
          </a:p>
          <a:p>
            <a:r>
              <a:t>Directs traffic using IP addresses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Fiber Optic</a:t>
            </a:r>
          </a:p>
          <a:p>
            <a:r>
              <a:t>Satellite</a:t>
            </a:r>
          </a:p>
          <a:p>
            <a:r>
              <a:t>Copper</a:t>
            </a:r>
          </a:p>
          <a:p>
            <a:r>
              <a:t>Wireless (4G/5G)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Point-to-Point</a:t>
            </a:r>
          </a:p>
          <a:p>
            <a:r>
              <a:t>Packet Switching</a:t>
            </a:r>
          </a:p>
          <a:p>
            <a:r>
              <a:t>Circuit Switching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Leased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Dedicated connection</a:t>
            </a:r>
          </a:p>
          <a:p>
            <a:r>
              <a:t>High speed &amp; secure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ISDN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digital network</a:t>
            </a:r>
          </a:p>
          <a:p>
            <a:r>
              <a:t>Uses telephone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packet forwarding using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SD-WAN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Software-based WAN</a:t>
            </a:r>
          </a:p>
          <a:p>
            <a:r>
              <a:t>Chooses best path dynamically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Leased: Secure</a:t>
            </a:r>
          </a:p>
          <a:p>
            <a:r>
              <a:t>ISDN: Old</a:t>
            </a:r>
          </a:p>
          <a:p>
            <a:r>
              <a:t>MPLS: Fast</a:t>
            </a:r>
          </a:p>
          <a:p>
            <a:r>
              <a:t>SD-WAN: Modern &amp; cost-effective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connectivity</a:t>
            </a:r>
          </a:p>
          <a:p>
            <a:r>
              <a:t>Resource sharing</a:t>
            </a:r>
          </a:p>
          <a:p>
            <a:r>
              <a:t>Cloud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Costly</a:t>
            </a:r>
          </a:p>
          <a:p>
            <a:r>
              <a:t>Security risks</a:t>
            </a:r>
          </a:p>
          <a:p>
            <a:r>
              <a:t>Complex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Banks</a:t>
            </a:r>
          </a:p>
          <a:p>
            <a:r>
              <a:t>ATMs</a:t>
            </a:r>
          </a:p>
          <a:p>
            <a:r>
              <a:t>Corporate networks</a:t>
            </a:r>
          </a:p>
          <a:p>
            <a:r>
              <a:t>Cloud 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SD-WAN growth</a:t>
            </a:r>
          </a:p>
          <a:p>
            <a:r>
              <a:t>AI routing</a:t>
            </a:r>
          </a:p>
          <a:p>
            <a:r>
              <a:t>Cloud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WAN connects the world</a:t>
            </a:r>
          </a:p>
          <a:p>
            <a:r>
              <a:t>SD-WAN is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